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THESIS DEFENSE PRESENTATION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Development of a Mobile Application for Monitoring Poultry Egg Temperature and Security Updates</a:t>
            </a:r>
          </a:p>
          <a:p>
            <a:pPr>
              <a:spcAft>
                <a:spcPts val="5000"/>
              </a:spcAft>
              <a:defRPr sz="1800">
                <a:solidFill>
                  <a:srgbClr val="9CA3AF"/>
                </a:solidFill>
                <a:latin typeface="Segoe UI"/>
              </a:defRPr>
            </a:pPr>
            <a:r>
              <a:t>A Secure, Asynchronous, and Resilient Agricultural Cyber-Physical System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Presenter: Shamsudeen Anuoluwapo Adebayo</a:t>
            </a:r>
            <a:br/>
            <a:r>
              <a:t>Specifications: 4 Research Objectives  |  Outage Caching Buffers  |  TLS 1.3 Encryption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01 / BACKGROUND &amp; PROBLEM STATEMENT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Understanding the Hatchery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Biological Constraints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Avian embryo development is highly temperature sensitive ($37.0^\circ\text{C}$ to $39.0^\circ\text{C}$).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Even brief exposure to hyperthermia ($&gt;39.5^\circ\text{C}$) leads to complete embryo death in 20-30 minutes.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Manual checks using analog gauges are slow, prone to error, and disrupt internal incubator climates.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Technological Gaps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Unbuffered agricultural IoT architectures lose all telemetry logs during rural network dropouts.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Existing smart farming solutions lack secure authentication and transit layer encryption.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Deployments operate without version checking, leaving nodes running outdated, insecure firmware.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02 / STUDY FOCUS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Consolidated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05456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3969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Edge Node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ESP32 microcontroller.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Interfaces with digital DS18B20 1-Wire probe.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Implements local FIFO queue for caching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05456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828800"/>
            <a:ext cx="213969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Cloud &amp; HMI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FastAPI cloud backend.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Asynchronous non-blocking streaming.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Flutter mobile HMI and desktop web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45920"/>
            <a:ext cx="2505456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828800"/>
            <a:ext cx="213969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Security Subsystem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JWT-based API token authentication.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Transit encryption via MQTTS over TLS 1.3.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Handshake version check update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645920"/>
            <a:ext cx="2505456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1828800"/>
            <a:ext cx="213969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Experimental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DS18B20 calibration MAE.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Outage queue recovery rates testing.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WebSocket &amp; FCM alerts latency benchmarking.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03 / ARCHITECTURAL BLUEPRINT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Layered System Topologies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Physical &amp; Edge Layer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DS18B20 probe query → ESP32 1-Wire hardware line.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Local buffer checks: Caches telemetry index ring during network drops (20 points max).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Connection resumes → Flushes cached records sequentially to the cloud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Cloud, Storage &amp; HMI Layers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FastAPI Server handles asynchronous streaming via Uvicorn.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EMQX broker handles MQTTS transit over TLS port 8883.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Broadcasting: Writes to PostgreSQL database, pushes sockets to HMI client, and triggers FCM alert trays.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04 / USER INTERFACES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Cross-Platform Operator HMI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Flutter Mobile Handset HMI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JWT Authentication: Enforces secure operator login, storing sessions in mobile local storage.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Dashboard Gauge: Real-time radial color coordinates indicating thermal boundaries (Green: safe, Red: abnormal).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Alert Center: Logs version update statuses and historical warning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Desktop Web Console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Telemetry logs grid: Live administrator tables showing device connections and statuses.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Historical database queries: Audits rolling 24h temperature data curves.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Control panels: Secure configurations for adjusting temperature limits ($T_{\text{min}}, T_{\text{max}}$).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05 / EMPIRICAL FINDINGS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Experimental Performance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0.24°C Mean Absolute Error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DS18B20 probe calibrated against mercury thermometer.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Safely within the biological incubation limit of ± 0.5°C.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100% Edge Data Recovery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Edge queue caches all records during Wi-Fi dropouts under 100s.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FIFO buffer overwrites oldest readings first during extended drops.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5212080" cy="2103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19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142ms WebSocket UI Refresh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Delivers low-overhead telemetry charts updates directly to client.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Reduces mobile network bandwidth consumption by up to 60%.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49039"/>
            <a:ext cx="5212080" cy="2103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931919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1.14s Alert Latency (Wi-Fi)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Push notifications delivered via Firebase Cloud Messaging (FCM).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4G link latency averaged 1.41s; both under the 2.0s 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06 / SYSTEM VALIDATION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Security update &amp; Usability Evaluations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Firmware Update warnings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Verifies firmware version strings during handshake ($120\text{ms}$ execution speed).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Triggers warnings immediately in UI and FCM trays on mismatch (e.g. running `v1.0.1` instead of `v1.0.2`).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Guards the edge network from running obsolete, vulnerable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User Usability Scores (SUS)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UAT evaluation conducted with 10 poultry farm operators.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System Usability Scale (SUS) questionnaire calculates an average score of 77.5/100.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Corresponds to 'Excellent' usability, indicating intuitive layouts and ready field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07 / SUMMARY &amp; FUTURE SCOPE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Research Contributions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8288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Research Contributions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Edge Data Buffering: Solves telemetry packet loss during Wi-Fi drops without expensive hardware gateways.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Firmware Security Lifecycle: Integrates update warnings directly into the agricultural monitoring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645920"/>
            <a:ext cx="52120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288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Future Directions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LoRaWAN Integration: Replaces 2.4GHz Wi-Fi to extend coverage up to 15km in rural settings.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Predictive AI (LSTM): Server-side models to forecast heating/cooling failures.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Self-Healing OTA: Automates microcontroller patching upon version mismatch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